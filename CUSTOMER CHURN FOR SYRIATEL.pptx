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DAE3-9E8A-4642-AC2B-8D123ADBEFD8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A7B55-2545-495A-80AA-4D4D898B0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374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DAE3-9E8A-4642-AC2B-8D123ADBEFD8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A7B55-2545-495A-80AA-4D4D898B0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255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DAE3-9E8A-4642-AC2B-8D123ADBEFD8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A7B55-2545-495A-80AA-4D4D898B0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690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DAE3-9E8A-4642-AC2B-8D123ADBEFD8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A7B55-2545-495A-80AA-4D4D898B0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459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DAE3-9E8A-4642-AC2B-8D123ADBEFD8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A7B55-2545-495A-80AA-4D4D898B0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691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DAE3-9E8A-4642-AC2B-8D123ADBEFD8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A7B55-2545-495A-80AA-4D4D898B0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631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DAE3-9E8A-4642-AC2B-8D123ADBEFD8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A7B55-2545-495A-80AA-4D4D898B0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972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DAE3-9E8A-4642-AC2B-8D123ADBEFD8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A7B55-2545-495A-80AA-4D4D898B0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400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DAE3-9E8A-4642-AC2B-8D123ADBEFD8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A7B55-2545-495A-80AA-4D4D898B0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84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DAE3-9E8A-4642-AC2B-8D123ADBEFD8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A7B55-2545-495A-80AA-4D4D898B0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743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DAE3-9E8A-4642-AC2B-8D123ADBEFD8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A7B55-2545-495A-80AA-4D4D898B0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342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DAE3-9E8A-4642-AC2B-8D123ADBEFD8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A7B55-2545-495A-80AA-4D4D898B04E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504041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DAE3-9E8A-4642-AC2B-8D123ADBEFD8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A7B55-2545-495A-80AA-4D4D898B0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1063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DAE3-9E8A-4642-AC2B-8D123ADBEFD8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A7B55-2545-495A-80AA-4D4D898B0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275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DAE3-9E8A-4642-AC2B-8D123ADBEFD8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A7B55-2545-495A-80AA-4D4D898B0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5259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DAE3-9E8A-4642-AC2B-8D123ADBEFD8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A7B55-2545-495A-80AA-4D4D898B0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6178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DAE3-9E8A-4642-AC2B-8D123ADBEFD8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A7B55-2545-495A-80AA-4D4D898B0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42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199DAE3-9E8A-4642-AC2B-8D123ADBEFD8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BA7B55-2545-495A-80AA-4D4D898B0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7094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76A40-4F56-F119-41DB-03F8C7A90B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CUSTOMER CHURN FOR SYRIATEL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A8C80D-EEE7-6355-F505-AD178D0BAD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BY: STEPHEN JILANI</a:t>
            </a:r>
          </a:p>
        </p:txBody>
      </p:sp>
    </p:spTree>
    <p:extLst>
      <p:ext uri="{BB962C8B-B14F-4D97-AF65-F5344CB8AC3E}">
        <p14:creationId xmlns:p14="http://schemas.microsoft.com/office/powerpoint/2010/main" val="2929458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EFEA7-90EF-4F04-B437-38E763443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A24C2-642A-BE1E-0E60-4F0E566E5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 err="1"/>
              <a:t>SyriaTel</a:t>
            </a:r>
            <a:r>
              <a:rPr lang="en-US" sz="4000" dirty="0"/>
              <a:t> has been experiencing customer churn and needs to build predictive models to predict customer churn and improve on customer retention.</a:t>
            </a:r>
          </a:p>
        </p:txBody>
      </p:sp>
    </p:spTree>
    <p:extLst>
      <p:ext uri="{BB962C8B-B14F-4D97-AF65-F5344CB8AC3E}">
        <p14:creationId xmlns:p14="http://schemas.microsoft.com/office/powerpoint/2010/main" val="3617358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90A11-4F0B-274C-22EC-C4F0A8AEC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ED538-8061-02D4-47E4-F2722E6DC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To identify any patterns indicated by the data on customer churn.</a:t>
            </a:r>
          </a:p>
          <a:p>
            <a:r>
              <a:rPr lang="en-US" sz="2800" dirty="0"/>
              <a:t>Build a predictive model that predicts whether a customer is expected to churn.</a:t>
            </a:r>
          </a:p>
          <a:p>
            <a:r>
              <a:rPr lang="en-US" sz="2800" dirty="0"/>
              <a:t>To provide recommendations on what can be done differently to ensure customer retention.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170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C364E-3F09-21EE-E8FE-2C2E891C7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B84E3-BA32-8A31-5512-6D69A10EC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The data was obtained from Kaggle and represents the Churn in </a:t>
            </a:r>
            <a:r>
              <a:rPr lang="en-US" sz="2600" dirty="0" err="1"/>
              <a:t>SyriaTel’s</a:t>
            </a:r>
            <a:r>
              <a:rPr lang="en-US" sz="2600" dirty="0"/>
              <a:t> customers. This is the rate at which customers leave the company and end up procuring the services of competitors. The dataset contains data about customers ranging from the location of a customer, account numbers, minutes of calls across different service packages </a:t>
            </a:r>
            <a:r>
              <a:rPr lang="en-US" sz="2600" dirty="0" err="1"/>
              <a:t>i.e</a:t>
            </a:r>
            <a:r>
              <a:rPr lang="en-US" sz="2600" dirty="0"/>
              <a:t> local calls, international calls etc., telephone charges, customer churn etc.</a:t>
            </a:r>
          </a:p>
        </p:txBody>
      </p:sp>
    </p:spTree>
    <p:extLst>
      <p:ext uri="{BB962C8B-B14F-4D97-AF65-F5344CB8AC3E}">
        <p14:creationId xmlns:p14="http://schemas.microsoft.com/office/powerpoint/2010/main" val="2804081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34FCD-6AAA-4B48-BD2D-60479EACF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MODELLING AND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59F2B-5F1A-7F3A-8B38-7B4D3A4D7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 models were created on the dataset based on their suitability on the provided dataset and real-life scenarios.</a:t>
            </a:r>
          </a:p>
          <a:p>
            <a:r>
              <a:rPr lang="en-US" dirty="0"/>
              <a:t>The final model selected indicated that the factors below are the major drivers of customer churn.</a:t>
            </a:r>
          </a:p>
          <a:p>
            <a:pPr marL="0" indent="0">
              <a:buNone/>
            </a:pPr>
            <a:r>
              <a:rPr lang="en-US" dirty="0"/>
              <a:t>	-	Total charges</a:t>
            </a:r>
          </a:p>
          <a:p>
            <a:pPr marL="0" indent="0">
              <a:buNone/>
            </a:pPr>
            <a:r>
              <a:rPr lang="en-US" dirty="0"/>
              <a:t>	-	Total minutes</a:t>
            </a:r>
          </a:p>
          <a:p>
            <a:pPr marL="0" indent="0">
              <a:buNone/>
            </a:pPr>
            <a:r>
              <a:rPr lang="en-US" dirty="0"/>
              <a:t>	-	Customer service calls</a:t>
            </a:r>
          </a:p>
          <a:p>
            <a:pPr marL="0" indent="0">
              <a:buNone/>
            </a:pPr>
            <a:r>
              <a:rPr lang="en-US" dirty="0"/>
              <a:t>	-	Average charge</a:t>
            </a:r>
          </a:p>
          <a:p>
            <a:pPr marL="0" indent="0">
              <a:buNone/>
            </a:pPr>
            <a:r>
              <a:rPr lang="en-US" dirty="0"/>
              <a:t>	-	Account length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509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0FD2C-7F74-83BD-5A98-2876D1B7D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54DA9-CFA0-63C0-EFFA-07293E293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The company should target customers with high total charges and employ retention measures like incentives so that they do not end up churning.</a:t>
            </a:r>
          </a:p>
          <a:p>
            <a:r>
              <a:rPr lang="en-US" dirty="0"/>
              <a:t>2. Clients with high amounts of minutes should also be targeted for retention measures.</a:t>
            </a:r>
          </a:p>
          <a:p>
            <a:r>
              <a:rPr lang="en-US" dirty="0"/>
              <a:t>3. Clients with high customer service calls also need to be addressed to reduce their churn rate.</a:t>
            </a:r>
          </a:p>
          <a:p>
            <a:r>
              <a:rPr lang="en-US" dirty="0"/>
              <a:t>4. Clients with higher average charge may need to be given incentivized packages to ensure retention</a:t>
            </a:r>
          </a:p>
          <a:p>
            <a:r>
              <a:rPr lang="en-US" dirty="0"/>
              <a:t>5. Target to reach out to clients as they approach more than 3 months with the company.</a:t>
            </a:r>
          </a:p>
        </p:txBody>
      </p:sp>
    </p:spTree>
    <p:extLst>
      <p:ext uri="{BB962C8B-B14F-4D97-AF65-F5344CB8AC3E}">
        <p14:creationId xmlns:p14="http://schemas.microsoft.com/office/powerpoint/2010/main" val="4043868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8ADF9-5BE5-9D4E-3F67-F8BB16ED6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7EDEF-F0DB-9284-9025-F8E5988EB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 The dataset may not consider all factors influencing churn like competitor pricing or behavior</a:t>
            </a:r>
          </a:p>
          <a:p>
            <a:r>
              <a:rPr lang="en-US" dirty="0"/>
              <a:t>- Class imbalance may </a:t>
            </a:r>
            <a:r>
              <a:rPr lang="en-US" dirty="0" err="1"/>
              <a:t>affact</a:t>
            </a:r>
            <a:r>
              <a:rPr lang="en-US" dirty="0"/>
              <a:t> the performance of the model</a:t>
            </a:r>
          </a:p>
          <a:p>
            <a:r>
              <a:rPr lang="en-US" dirty="0"/>
              <a:t>- The use of historical data which may not be applicable to the future.</a:t>
            </a:r>
          </a:p>
        </p:txBody>
      </p:sp>
    </p:spTree>
    <p:extLst>
      <p:ext uri="{BB962C8B-B14F-4D97-AF65-F5344CB8AC3E}">
        <p14:creationId xmlns:p14="http://schemas.microsoft.com/office/powerpoint/2010/main" val="364002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0CA1A-AEDA-799A-1CA3-D07745C640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18388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4DED6-4B79-349A-E625-3C8A2C6AC0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3122571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17</TotalTime>
  <Words>359</Words>
  <Application>Microsoft Office PowerPoint</Application>
  <PresentationFormat>Widescreen</PresentationFormat>
  <Paragraphs>30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Century Gothic</vt:lpstr>
      <vt:lpstr>Wingdings 3</vt:lpstr>
      <vt:lpstr>Ion</vt:lpstr>
      <vt:lpstr>CUSTOMER CHURN FOR SYRIATEL</vt:lpstr>
      <vt:lpstr>BUSINESS OVERVIEW</vt:lpstr>
      <vt:lpstr>BUSINESS OBJECTIVES</vt:lpstr>
      <vt:lpstr>DATA UNDERSTANDING</vt:lpstr>
      <vt:lpstr>DATA MODELLING AND EVALUATION</vt:lpstr>
      <vt:lpstr>BUSINESS RECOMMENDATIONS</vt:lpstr>
      <vt:lpstr>LIMITATIONS</vt:lpstr>
      <vt:lpstr>THANK YOU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jilani</dc:creator>
  <cp:lastModifiedBy>stephen jilani</cp:lastModifiedBy>
  <cp:revision>4</cp:revision>
  <dcterms:created xsi:type="dcterms:W3CDTF">2026-05-06T09:31:10Z</dcterms:created>
  <dcterms:modified xsi:type="dcterms:W3CDTF">2026-05-06T09:48:38Z</dcterms:modified>
</cp:coreProperties>
</file>